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89888"/>
            <a:ext cx="9144000" cy="1755648"/>
          </a:xfrm>
          <a:prstGeom prst="rect">
            <a:avLst/>
          </a:prstGeom>
          <a:solidFill>
            <a:srgbClr val="13131B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89888"/>
            <a:ext cx="548640" cy="1755648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89888"/>
            <a:ext cx="109728" cy="1755648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813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2FF"/>
                </a:solidFill>
              </a:rPr>
              <a:t>Pabandi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Programmable Trust</a:t>
            </a:r>
            <a:endParaRPr lang="en-US" sz="3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Service Economy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28529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2FF"/>
                </a:solidFill>
              </a:rPr>
              <a:t>Alibaba CoCreate 2026 · Agentic Business Track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735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Pakistan → Alibaba Ecosystem → Global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901184"/>
            <a:ext cx="9144000" cy="109728"/>
          </a:xfrm>
          <a:prstGeom prst="rect">
            <a:avLst/>
          </a:prstGeom>
          <a:solidFill>
            <a:srgbClr val="FF2B9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$50B+ lost annually to trust failures in informal commerce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54480"/>
            <a:ext cx="2670048" cy="118872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54480"/>
            <a:ext cx="91440" cy="118872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168249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16–30% loss rate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" y="1993392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Live-sale and COD orders fail at scale.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No credit history + no deposits = high friction.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18688" y="1554480"/>
            <a:ext cx="2670048" cy="118872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554480"/>
            <a:ext cx="91440" cy="118872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6" name="Text 14"/>
          <p:cNvSpPr/>
          <p:nvPr/>
        </p:nvSpPr>
        <p:spPr>
          <a:xfrm>
            <a:off x="3438144" y="168249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brutal choice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38144" y="1993392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Prepay → lose majority of orders.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Trust blindly → lose revenue to no-shows.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Sell only to friends → cannot scale.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71616" y="1554480"/>
            <a:ext cx="2670048" cy="118872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554480"/>
            <a:ext cx="91440" cy="118872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168249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portable trust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1993392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Scores don't travel across platforms.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Loyalty is siloed and unredeemable elsewhere.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65760" y="288950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BCC8"/>
                </a:solidFill>
              </a:rPr>
              <a:t>Speaker tip: open with Karachi live-seller story — 8 of 50 recent orders never paid or arrived.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The Market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Pakistan-first lab · Alibaba-ready architecture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481328"/>
            <a:ext cx="4059936" cy="18288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481328"/>
            <a:ext cx="91440" cy="182880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1609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 first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" y="1920240"/>
            <a:ext cx="3749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20M+ freelancers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500K+ salons, clinics, services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WhatsApp-native commerce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No incumbent credit outside formal banks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81728" y="1481328"/>
            <a:ext cx="4096512" cy="18288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1481328"/>
            <a:ext cx="91440" cy="182880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6" name="Text 14"/>
          <p:cNvSpPr/>
          <p:nvPr/>
        </p:nvSpPr>
        <p:spPr>
          <a:xfrm>
            <a:off x="4901184" y="1609344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scale now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01184" y="1920240"/>
            <a:ext cx="37856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$1.1T live-commerce by 2026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$5T+ informal economy in EM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AI + on-chain trust without KYC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Pakistan = proving ground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The Solution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Passport · AI Prediction · Merchant API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17904"/>
            <a:ext cx="2670048" cy="1042416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17904"/>
            <a:ext cx="91440" cy="104241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16459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Passport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" y="195681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On-chain portable trust score built from real behavior.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18688" y="1517904"/>
            <a:ext cx="2670048" cy="1042416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517904"/>
            <a:ext cx="91440" cy="104241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3438144" y="16459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Predictor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38144" y="195681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No-show risk model trained on Pakistan transaction patterns.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71616" y="1517904"/>
            <a:ext cx="2670048" cy="1042416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517904"/>
            <a:ext cx="91440" cy="104241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16459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API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195681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2-second verification for Shopify, Daraz, live-sale checkout.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65760" y="2688336"/>
            <a:ext cx="2670048" cy="932688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688336"/>
            <a:ext cx="91440" cy="932688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" y="281635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$PAB tokens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5216" y="31272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Punctuality rewards + merchant rebates + community loyalty.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218688" y="2688336"/>
            <a:ext cx="2670048" cy="932688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8688" y="2688336"/>
            <a:ext cx="91440" cy="932688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8" name="Text 26"/>
          <p:cNvSpPr/>
          <p:nvPr/>
        </p:nvSpPr>
        <p:spPr>
          <a:xfrm>
            <a:off x="3438144" y="281635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Layer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38144" y="31272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Hash-verified identity without exposing raw user data.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071616" y="2688336"/>
            <a:ext cx="2670048" cy="932688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2688336"/>
            <a:ext cx="91440" cy="932688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281635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 Native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91072" y="31272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Phantom / Solflare for deposits + rewards.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65760" y="37490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BCC8"/>
                </a:solidFill>
              </a:rPr>
              <a:t>Speaker tip: walk through one buyer journey — earns score → seller verifies in 2 secs → proceeds with or without deposit.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The Flywheel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participant strengthens the entire network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" y="1517904"/>
            <a:ext cx="1737360" cy="160934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" y="1517904"/>
            <a:ext cx="1737360" cy="9144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" y="1682496"/>
            <a:ext cx="512064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" y="170078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8952" y="1700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" y="232257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Build trust score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" y="26883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CC8"/>
                </a:solidFill>
              </a:rPr>
              <a:t>Real transactions create immutable trust history that travels with the user.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56232" y="1517904"/>
            <a:ext cx="1737360" cy="160934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56232" y="1517904"/>
            <a:ext cx="1737360" cy="9144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9" name="Shape 17"/>
          <p:cNvSpPr/>
          <p:nvPr/>
        </p:nvSpPr>
        <p:spPr>
          <a:xfrm>
            <a:off x="2020824" y="1682496"/>
            <a:ext cx="512064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2020824" y="170078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06040" y="1700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84248" y="232257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Verify in 2s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84248" y="26883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CC8"/>
                </a:solidFill>
              </a:rPr>
              <a:t>Real transactions create immutable trust history that travels with the user.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703320" y="1517904"/>
            <a:ext cx="1737360" cy="160934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03320" y="1517904"/>
            <a:ext cx="1737360" cy="9144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867912" y="1682496"/>
            <a:ext cx="512064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3867912" y="170078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453128" y="1700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31336" y="232257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Integrate Passport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31336" y="26883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CC8"/>
                </a:solidFill>
              </a:rPr>
              <a:t>Real transactions create immutable trust history that travels with the user.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550408" y="1517904"/>
            <a:ext cx="1737360" cy="160934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50408" y="1517904"/>
            <a:ext cx="1737360" cy="9144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33" name="Shape 31"/>
          <p:cNvSpPr/>
          <p:nvPr/>
        </p:nvSpPr>
        <p:spPr>
          <a:xfrm>
            <a:off x="5715000" y="1682496"/>
            <a:ext cx="512064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0" y="170078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300216" y="1700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78424" y="232257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Better AI → more trust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78424" y="26883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CC8"/>
                </a:solidFill>
              </a:rPr>
              <a:t>Real transactions create immutable trust history that travels with the user.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397496" y="1517904"/>
            <a:ext cx="1737360" cy="160934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397496" y="1517904"/>
            <a:ext cx="1737360" cy="9144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40" name="Shape 38"/>
          <p:cNvSpPr/>
          <p:nvPr/>
        </p:nvSpPr>
        <p:spPr>
          <a:xfrm>
            <a:off x="7562088" y="1682496"/>
            <a:ext cx="512064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1" name="Text 39"/>
          <p:cNvSpPr/>
          <p:nvPr/>
        </p:nvSpPr>
        <p:spPr>
          <a:xfrm>
            <a:off x="7562088" y="170078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⛓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147304" y="1700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525512" y="232257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Audit trail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525512" y="26883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CC8"/>
                </a:solidFill>
              </a:rPr>
              <a:t>Real transactions create immutable trust history that travels with the user.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65760" y="327355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</a:rPr>
              <a:t>Once Pabandi is the default trust layer, switching costs are enormous.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Traction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in Pakistan's informal economy — ready for Alibaba ecosystem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152144"/>
            <a:ext cx="2724912" cy="530352"/>
          </a:xfrm>
          <a:prstGeom prst="rect">
            <a:avLst/>
          </a:prstGeom>
          <a:solidFill>
            <a:srgbClr val="13131B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152144"/>
            <a:ext cx="91440" cy="530352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20700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142646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5 live endpoints · 2 SDKs · docs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18688" y="1152144"/>
            <a:ext cx="2724912" cy="530352"/>
          </a:xfrm>
          <a:prstGeom prst="rect">
            <a:avLst/>
          </a:prstGeom>
          <a:solidFill>
            <a:srgbClr val="13131B"/>
          </a:solidFill>
          <a:ln/>
        </p:spPr>
      </p:sp>
      <p:sp>
        <p:nvSpPr>
          <p:cNvPr id="15" name="Shape 13"/>
          <p:cNvSpPr/>
          <p:nvPr/>
        </p:nvSpPr>
        <p:spPr>
          <a:xfrm>
            <a:off x="3218688" y="1152144"/>
            <a:ext cx="91440" cy="530352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3401568" y="120700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01568" y="142646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Karachi/Lahore beta talks in motion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71616" y="1152144"/>
            <a:ext cx="2724912" cy="530352"/>
          </a:xfrm>
          <a:prstGeom prst="rect">
            <a:avLst/>
          </a:prstGeom>
          <a:solidFill>
            <a:srgbClr val="13131B"/>
          </a:solidFill>
          <a:ln/>
        </p:spPr>
      </p:sp>
      <p:sp>
        <p:nvSpPr>
          <p:cNvPr id="19" name="Shape 17"/>
          <p:cNvSpPr/>
          <p:nvPr/>
        </p:nvSpPr>
        <p:spPr>
          <a:xfrm>
            <a:off x="6071616" y="1152144"/>
            <a:ext cx="91440" cy="530352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54496" y="120700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54496" y="142646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Daraz scoped · Shopify ready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1883664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1883664"/>
            <a:ext cx="91440" cy="91440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" y="2011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infra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5216" y="23225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Cloud Run hardened · Firebase Auth + Prisma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218688" y="1883664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8688" y="1883664"/>
            <a:ext cx="91440" cy="91440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8" name="Text 26"/>
          <p:cNvSpPr/>
          <p:nvPr/>
        </p:nvSpPr>
        <p:spPr>
          <a:xfrm>
            <a:off x="3438144" y="2011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38144" y="23225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Solana mainnet token · Escrow + Soulbound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071616" y="1883664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1883664"/>
            <a:ext cx="91440" cy="91440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2011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91072" y="23225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Daraz scoped · Shopify ready · WhatsApp live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365760" y="1883664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1883664"/>
            <a:ext cx="91440" cy="91440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36" name="Text 34"/>
          <p:cNvSpPr/>
          <p:nvPr/>
        </p:nvSpPr>
        <p:spPr>
          <a:xfrm>
            <a:off x="585216" y="2011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engine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85216" y="23225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90-day calendar · launch threads · outreach playbooks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3218688" y="1883664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18688" y="1883664"/>
            <a:ext cx="91440" cy="91440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40" name="Text 38"/>
          <p:cNvSpPr/>
          <p:nvPr/>
        </p:nvSpPr>
        <p:spPr>
          <a:xfrm>
            <a:off x="3438144" y="2011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+ SDKs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3438144" y="23225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Developer portal · API reference · 1-pagers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071616" y="1883664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71616" y="1883664"/>
            <a:ext cx="91440" cy="91440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44" name="Text 42"/>
          <p:cNvSpPr/>
          <p:nvPr/>
        </p:nvSpPr>
        <p:spPr>
          <a:xfrm>
            <a:off x="6291072" y="2011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CRM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291072" y="23225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Odoo JSON-RPC · Cal.com webhooks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Competitive Moat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on-chain behavior = moat no competitor has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17904"/>
            <a:ext cx="2670048" cy="100584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17904"/>
            <a:ext cx="91440" cy="100584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16459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" y="195681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AI-observed real behavior · Passport API · EM first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18688" y="1517904"/>
            <a:ext cx="2670048" cy="100584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517904"/>
            <a:ext cx="91440" cy="100584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6" name="Text 14"/>
          <p:cNvSpPr/>
          <p:nvPr/>
        </p:nvSpPr>
        <p:spPr>
          <a:xfrm>
            <a:off x="3438144" y="16459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38144" y="195681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Web3 social signals · no merchant API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71616" y="1517904"/>
            <a:ext cx="2670048" cy="100584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517904"/>
            <a:ext cx="91440" cy="100584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16459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195681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Protocol aggregation · no scoring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65760" y="2651760"/>
            <a:ext cx="3749040" cy="100584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651760"/>
            <a:ext cx="91440" cy="100584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" y="2779776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5216" y="3090672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Credit bureau · US-only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315968" y="2651760"/>
            <a:ext cx="3657600" cy="100584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15968" y="2651760"/>
            <a:ext cx="91440" cy="100584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8" name="Text 26"/>
          <p:cNvSpPr/>
          <p:nvPr/>
        </p:nvSpPr>
        <p:spPr>
          <a:xfrm>
            <a:off x="4535424" y="2779776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Cheqd / others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35424" y="3090672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Enterprise identity · no merchant reliability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65760" y="3822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F2FF"/>
                </a:solidFill>
              </a:rPr>
              <a:t>Ethos scores your Twitter activism. Orange scores token swaps. Pabandi tracks whether you showed up and paid.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Alibaba Integration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 plugs directly into Alibaba's commerce stack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17904"/>
            <a:ext cx="4206240" cy="124358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17904"/>
            <a:ext cx="109728" cy="1243584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166420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Daraz / SEA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216" y="2066544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CC8"/>
                </a:solidFill>
              </a:rPr>
              <a:t>COD rejection losses + seller confidence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5216" y="2560320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</a:rPr>
              <a:t>Daraz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73168" y="1517904"/>
            <a:ext cx="4206240" cy="124358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1517904"/>
            <a:ext cx="109728" cy="1243584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92624" y="166420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Alibaba.com B2B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92624" y="2066544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CC8"/>
                </a:solidFill>
              </a:rPr>
              <a:t>Supplier reliability for cross-border trade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92624" y="2560320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</a:rPr>
              <a:t>1688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907792"/>
            <a:ext cx="4206240" cy="124358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07792"/>
            <a:ext cx="109728" cy="1243584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" y="3054096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1688 / AliExpress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5216" y="3456432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CC8"/>
                </a:solidFill>
              </a:rPr>
              <a:t>Buyer/seller trust in emerging markets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5216" y="3950208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</a:rPr>
              <a:t>AliExpress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73168" y="2907792"/>
            <a:ext cx="4206240" cy="124358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2907792"/>
            <a:ext cx="109728" cy="1243584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4992624" y="3054096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Temu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92624" y="3456432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CC8"/>
                </a:solidFill>
              </a:rPr>
              <a:t>Same COD reliability problem at global scale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992624" y="3950208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</a:rPr>
              <a:t>Temu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4608576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2FF"/>
                </a:solidFill>
              </a:rPr>
              <a:t>Pilot partnership → SDK co-brand → API partnership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Business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Multi-revenue flywheel aligned with partners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17904"/>
            <a:ext cx="2670048" cy="115214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17904"/>
            <a:ext cx="109728" cy="1152144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166420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" y="2029968"/>
            <a:ext cx="2340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$0.001 / call after beta.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Scales with transaction volume.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18688" y="1517904"/>
            <a:ext cx="2670048" cy="115214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517904"/>
            <a:ext cx="109728" cy="1152144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6" name="Text 14"/>
          <p:cNvSpPr/>
          <p:nvPr/>
        </p:nvSpPr>
        <p:spPr>
          <a:xfrm>
            <a:off x="3438144" y="166420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tiers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38144" y="2029968"/>
            <a:ext cx="2340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Bronze · Silver · Gold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Analytics, white-label, unified views.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71616" y="1517904"/>
            <a:ext cx="2670048" cy="115214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517904"/>
            <a:ext cx="109728" cy="1152144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166420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$PAB token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2029968"/>
            <a:ext cx="2340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Rewards + merchant rebates + dispute fees.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34640"/>
            <a:ext cx="109728" cy="91440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" y="298094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SLA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5216" y="3273552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Dedicated instances for Shopify Plus / Daraz Pro.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18688" y="2834640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8688" y="2834640"/>
            <a:ext cx="109728" cy="91440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8" name="Text 26"/>
          <p:cNvSpPr/>
          <p:nvPr/>
        </p:nvSpPr>
        <p:spPr>
          <a:xfrm>
            <a:off x="3438144" y="298094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insights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38144" y="3273552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Anonymized aggregated reliability analytics.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71616" y="2834640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2834640"/>
            <a:ext cx="109728" cy="91440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298094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margins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91072" y="3273552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Shared upside with Shopify / Daraz / Alibaba.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Team &amp; Advisors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US-based founder with Pakistan-market depth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17904"/>
            <a:ext cx="2048256" cy="219456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17904"/>
            <a:ext cx="2048256" cy="109728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645920"/>
            <a:ext cx="20482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65760" y="279806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Jawad Hussain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035808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CC8"/>
                </a:solidFill>
              </a:rPr>
              <a:t>Founder &amp; Engineer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96896" y="1517904"/>
            <a:ext cx="61813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GitHub: jweezy119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Twitter: @PabandiGlobal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Full-stack: React/TS · Node/Express · Solana · AI/ML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Hardened Cloud Run backend · Firebase + Prisma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Solana token deployed · PabandiEscrow + Soulbound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Docs, SDK, outreach assets published in repo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Hiring: Pakistan BD lead + merchant onboarding manager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" y="384048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2FF"/>
                </a:solidFill>
              </a:rPr>
              <a:t>Advisors sought: Alibaba ecosystem + payments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Roadmap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 → Daraz → Global → AI Commerce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17904"/>
            <a:ext cx="3566160" cy="124358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17904"/>
            <a:ext cx="109728" cy="1243584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645920"/>
            <a:ext cx="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1956816"/>
            <a:ext cx="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Pakistan lab · Merchant API live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WhatsApp automations · Merchants onboarding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33088" y="3090672"/>
            <a:ext cx="3566160" cy="124358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33088" y="3090672"/>
            <a:ext cx="109728" cy="1243584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3218688"/>
            <a:ext cx="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3529584"/>
            <a:ext cx="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Daraz pilot · Shopify launch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Enterprise partnerships + advisor network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1517904"/>
            <a:ext cx="3566160" cy="124358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517904"/>
            <a:ext cx="109728" cy="1243584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1645920"/>
            <a:ext cx="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" y="1956816"/>
            <a:ext cx="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SEA + MENA expansion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10k+ active merchants + 3 integrations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33088" y="3090672"/>
            <a:ext cx="3566160" cy="124358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33088" y="3090672"/>
            <a:ext cx="109728" cy="1243584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3218688"/>
            <a:ext cx="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97680" y="3529584"/>
            <a:ext cx="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AI commerce agent layer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Autonomous reliability checks + global SDK network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2688"/>
            <a:ext cx="9144000" cy="1810512"/>
          </a:xfrm>
          <a:prstGeom prst="rect">
            <a:avLst/>
          </a:prstGeom>
          <a:solidFill>
            <a:srgbClr val="13131B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621792" cy="1810512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" y="10058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CC8"/>
                </a:solidFill>
              </a:rPr>
              <a:t>Why Pabandi → CoCreate winner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6384" y="1389888"/>
            <a:ext cx="7936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Alibaba-ready trust layer for emerging-market commerce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84048" y="2907792"/>
            <a:ext cx="2121408" cy="1115568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2907792"/>
            <a:ext cx="109728" cy="1115568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72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40156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COD losses in Daraz every day.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Pakistan pilots already built.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24912" y="2907792"/>
            <a:ext cx="2121408" cy="1115568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24912" y="2907792"/>
            <a:ext cx="109728" cy="1115568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2" name="Text 10"/>
          <p:cNvSpPr/>
          <p:nvPr/>
        </p:nvSpPr>
        <p:spPr>
          <a:xfrm>
            <a:off x="2889504" y="3072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partner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9504" y="340156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Scoped Daraz + Shopify integrations.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Faster to partner than build.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65776" y="2907792"/>
            <a:ext cx="2121408" cy="1115568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65776" y="2907792"/>
            <a:ext cx="109728" cy="1115568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5230368" y="3072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infra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0368" y="340156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Solana + Firebase + Prisma.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SDK + docs ready to ship.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06640" y="2907792"/>
            <a:ext cx="2121408" cy="1115568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06640" y="2907792"/>
            <a:ext cx="109728" cy="1115568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0" name="Text 18"/>
          <p:cNvSpPr/>
          <p:nvPr/>
        </p:nvSpPr>
        <p:spPr>
          <a:xfrm>
            <a:off x="7571232" y="3072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scale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71232" y="340156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Prove unit economics in 6 months.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Distribute via Alibaba merchant network.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7472" y="4645152"/>
            <a:ext cx="8449056" cy="27432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4681728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Ask: Alibaba pilot · SDK co-brand · API partnership · investment partner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109728"/>
          </a:xfrm>
          <a:prstGeom prst="rect">
            <a:avLst/>
          </a:prstGeom>
          <a:solidFill>
            <a:srgbClr val="FF2B9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Pabandi — Alibaba CoCreate 2026</dc:title>
  <dc:subject>PptxGenJS Presentation</dc:subject>
  <dc:creator>Pabandi</dc:creator>
  <cp:lastModifiedBy>Pabandi</cp:lastModifiedBy>
  <cp:revision>1</cp:revision>
  <dcterms:created xsi:type="dcterms:W3CDTF">2026-06-26T01:08:53Z</dcterms:created>
  <dcterms:modified xsi:type="dcterms:W3CDTF">2026-06-26T01:08:53Z</dcterms:modified>
</cp:coreProperties>
</file>